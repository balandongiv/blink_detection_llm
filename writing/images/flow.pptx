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CFDB-1539-49A1-A210-18401E035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E187C-E39C-F48B-E76E-B1DB9DF04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ECA65-B3EB-7FB7-DE88-339D4614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52B84-85E8-BAC5-9ADF-DFBD8C54F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D61B5-A3B4-6E3C-8146-27DED72F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23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3F0B-F559-0639-F6F5-0B8A25BD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491B5-05BB-5ADB-8BD8-5952322BC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5A66-647D-F745-886C-33EA5E9F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7DC01-FA38-8F5E-E5E6-E35CAAD0B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528F4-FBE9-42E7-FC1C-7A25CBFE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52587-9F1C-7889-018F-16736418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FE45F-6A08-5CFE-278B-2778769A3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05678-96C0-B0F4-71F2-4FC97F56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7478-3952-8AC9-E2D7-B6BF2E2D3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DAB2E-6CB4-8526-2CE3-594B6769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4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5C3E-29F0-75AB-3CD5-66AAC42E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DBE5-569D-9293-8662-2C3E3D0AD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6870F-1030-FFAA-E564-98CB3D9F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9882C-2B52-6FA3-7B5A-9B9F191E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DE5DE-0E9D-02C8-9709-26F90600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FE1F0-8079-51A2-2D28-D71BFCCB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1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CABB-8379-BBC3-725F-87CA5E00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EEB01-CCA1-ACE6-8FA0-0EA81FD3C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A286C-82A3-05AD-DC07-B42A2632F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72DB0-7022-61A0-D2B1-4B53868BB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1D38C-99A5-660B-E87F-D0D2D3B72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3B58F-1AA0-886D-5704-28A26AB7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1C082-654D-3AEF-CAC4-9FE35CD9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BFA12-EC57-86B0-15F7-ED848FE0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5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DCE5-E086-D7B6-7C2B-0359B2992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B2253A-7E2D-FF87-D8B9-6EEB6D9D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823DA4-8658-DAEC-5906-BE070B4D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C2040-D7FC-688C-129E-7014B9EC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6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5B1E5-247F-39D1-C3B6-F1AAB1B4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B8E11-ACC8-4D41-A29B-E7A51B0E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5AB7F-3535-A915-0323-CA88C1E0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3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A87B5-3935-96FE-0C43-68A490ED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D2472-38C4-B1DA-E84E-0A480A23C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41E8A-DCCE-B719-B61A-8AC7DD2D5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C15E-9A7B-0B3C-3F7E-1C531FC9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2A9D4-AC5C-7DF9-499B-7C6952FA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48A10-86ED-905A-014E-E96BE0E9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DFFA-21A2-9286-AF2B-467F5A8C1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BE400-2E25-4A13-2E4F-A82BB0CA42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C4350-7C9F-97E1-197E-C3A04B97A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84396-54D5-3319-FEE6-01C41374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4A390-3837-8992-7DA5-FF3BBA71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618B1-F0DF-416D-7E4F-5CAEB969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1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2380-B950-0387-AFA8-634F528F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D9A7C-B127-901F-C7D0-F4E982424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C8203-6D1D-7CE5-2D33-F5B8252A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EC2E5-6389-F36E-A7F6-D662D7E2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C5855-E180-6747-A29C-ED3A6011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8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12781F-C849-467D-278B-4F8C74F8B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6C90F-CEEC-2DBF-539C-A2F7BD702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9714F-A016-7D05-71A0-55E157005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DB661-1438-CE77-0D5E-1F063FD2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4F333-66EE-0208-63E5-2F2E4A56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2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01B33-D8FE-FA95-D790-BB7651F8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075EF-9BD5-FFF5-4574-CCE90B0DD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C6B5-B980-ACF8-99B3-4058CD96A9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42D23-372B-4DC6-870A-401347DE73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EADD2-57C4-FFE7-ABA5-E39945B1E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F5605-57C0-2FC9-8213-1200C1C79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5FEBC-19C3-47B1-98B3-6716310C1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8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60ABD5-E7DA-BF6E-EA37-850AF6DC9C7B}"/>
              </a:ext>
            </a:extLst>
          </p:cNvPr>
          <p:cNvSpPr/>
          <p:nvPr/>
        </p:nvSpPr>
        <p:spPr>
          <a:xfrm>
            <a:off x="1346835" y="59626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88263D-C2FE-C0AF-3419-5D3B4CF0C30E}"/>
              </a:ext>
            </a:extLst>
          </p:cNvPr>
          <p:cNvSpPr/>
          <p:nvPr/>
        </p:nvSpPr>
        <p:spPr>
          <a:xfrm>
            <a:off x="1346835" y="980068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073345-950B-D71D-556C-3A7AAB3724CB}"/>
              </a:ext>
            </a:extLst>
          </p:cNvPr>
          <p:cNvSpPr/>
          <p:nvPr/>
        </p:nvSpPr>
        <p:spPr>
          <a:xfrm>
            <a:off x="1346835" y="1363872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F696C-597C-D81F-6B7E-23CECE3717E7}"/>
              </a:ext>
            </a:extLst>
          </p:cNvPr>
          <p:cNvSpPr/>
          <p:nvPr/>
        </p:nvSpPr>
        <p:spPr>
          <a:xfrm>
            <a:off x="2111371" y="59626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22A461-C175-63A9-6260-3841E365B724}"/>
              </a:ext>
            </a:extLst>
          </p:cNvPr>
          <p:cNvSpPr/>
          <p:nvPr/>
        </p:nvSpPr>
        <p:spPr>
          <a:xfrm>
            <a:off x="2111371" y="980068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001848-8A99-2205-E212-B19B4861A223}"/>
              </a:ext>
            </a:extLst>
          </p:cNvPr>
          <p:cNvSpPr/>
          <p:nvPr/>
        </p:nvSpPr>
        <p:spPr>
          <a:xfrm>
            <a:off x="2111371" y="1363872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58A51E-AC00-8BB1-AD55-217F793BD15D}"/>
              </a:ext>
            </a:extLst>
          </p:cNvPr>
          <p:cNvSpPr/>
          <p:nvPr/>
        </p:nvSpPr>
        <p:spPr>
          <a:xfrm>
            <a:off x="2492104" y="59626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A4B240-6400-4C32-6A49-923EBD46EC0C}"/>
              </a:ext>
            </a:extLst>
          </p:cNvPr>
          <p:cNvSpPr/>
          <p:nvPr/>
        </p:nvSpPr>
        <p:spPr>
          <a:xfrm>
            <a:off x="2492104" y="980068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561E9E-CBCA-3296-0A19-47D1AEF10BB4}"/>
              </a:ext>
            </a:extLst>
          </p:cNvPr>
          <p:cNvSpPr/>
          <p:nvPr/>
        </p:nvSpPr>
        <p:spPr>
          <a:xfrm>
            <a:off x="2492104" y="1363872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4657BF-3084-CBCF-700D-7269E6E11B37}"/>
              </a:ext>
            </a:extLst>
          </p:cNvPr>
          <p:cNvSpPr/>
          <p:nvPr/>
        </p:nvSpPr>
        <p:spPr>
          <a:xfrm>
            <a:off x="2875907" y="59626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A5451E-C256-008E-8FA0-339242B366E3}"/>
              </a:ext>
            </a:extLst>
          </p:cNvPr>
          <p:cNvSpPr/>
          <p:nvPr/>
        </p:nvSpPr>
        <p:spPr>
          <a:xfrm>
            <a:off x="2875907" y="980068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C96B8E-E674-30D1-55FE-5E0F38928B61}"/>
              </a:ext>
            </a:extLst>
          </p:cNvPr>
          <p:cNvSpPr/>
          <p:nvPr/>
        </p:nvSpPr>
        <p:spPr>
          <a:xfrm>
            <a:off x="2875907" y="1363872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2CD333-F3B7-5324-7AC7-E3CE566F1C4B}"/>
              </a:ext>
            </a:extLst>
          </p:cNvPr>
          <p:cNvSpPr/>
          <p:nvPr/>
        </p:nvSpPr>
        <p:spPr>
          <a:xfrm>
            <a:off x="1346835" y="174767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6CEEAE1-71EA-1B8B-24C3-4C93AC82A2D5}"/>
              </a:ext>
            </a:extLst>
          </p:cNvPr>
          <p:cNvGrpSpPr/>
          <p:nvPr/>
        </p:nvGrpSpPr>
        <p:grpSpPr>
          <a:xfrm>
            <a:off x="1727568" y="596265"/>
            <a:ext cx="383803" cy="1535213"/>
            <a:chOff x="1727568" y="596265"/>
            <a:chExt cx="383803" cy="153521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55B578-A1B1-D25A-0A87-AF236BDF80B8}"/>
                </a:ext>
              </a:extLst>
            </p:cNvPr>
            <p:cNvSpPr/>
            <p:nvPr/>
          </p:nvSpPr>
          <p:spPr>
            <a:xfrm>
              <a:off x="1727568" y="596265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47A6A5-6979-B42B-97FE-8985ACA18663}"/>
                </a:ext>
              </a:extLst>
            </p:cNvPr>
            <p:cNvSpPr/>
            <p:nvPr/>
          </p:nvSpPr>
          <p:spPr>
            <a:xfrm>
              <a:off x="1727568" y="980068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FA049FB-E519-A276-4B8F-BE1C7C3FF300}"/>
                </a:ext>
              </a:extLst>
            </p:cNvPr>
            <p:cNvSpPr/>
            <p:nvPr/>
          </p:nvSpPr>
          <p:spPr>
            <a:xfrm>
              <a:off x="1727568" y="1363872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6A2BCFC-E5CA-E057-D760-79D7E5559D60}"/>
                </a:ext>
              </a:extLst>
            </p:cNvPr>
            <p:cNvSpPr/>
            <p:nvPr/>
          </p:nvSpPr>
          <p:spPr>
            <a:xfrm>
              <a:off x="1727568" y="1747675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7228EE6-5EAA-00C3-AEC8-86919942A454}"/>
              </a:ext>
            </a:extLst>
          </p:cNvPr>
          <p:cNvSpPr/>
          <p:nvPr/>
        </p:nvSpPr>
        <p:spPr>
          <a:xfrm>
            <a:off x="2111371" y="174767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8E7D3-FE15-DB72-883D-A1D7B8CBCAD2}"/>
              </a:ext>
            </a:extLst>
          </p:cNvPr>
          <p:cNvSpPr/>
          <p:nvPr/>
        </p:nvSpPr>
        <p:spPr>
          <a:xfrm>
            <a:off x="2492104" y="174767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03749F-4774-F59F-A5F2-D657E512DA2D}"/>
              </a:ext>
            </a:extLst>
          </p:cNvPr>
          <p:cNvSpPr/>
          <p:nvPr/>
        </p:nvSpPr>
        <p:spPr>
          <a:xfrm>
            <a:off x="2875907" y="174767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6A8DAF-9098-B9E6-D553-232E81DBF39E}"/>
              </a:ext>
            </a:extLst>
          </p:cNvPr>
          <p:cNvSpPr/>
          <p:nvPr/>
        </p:nvSpPr>
        <p:spPr>
          <a:xfrm>
            <a:off x="3869055" y="603885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0A177D-109C-6A5B-2920-EECEE5018775}"/>
              </a:ext>
            </a:extLst>
          </p:cNvPr>
          <p:cNvSpPr/>
          <p:nvPr/>
        </p:nvSpPr>
        <p:spPr>
          <a:xfrm>
            <a:off x="3869055" y="987688"/>
            <a:ext cx="383803" cy="38380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73FAF8-8F5B-7044-63EA-F560B74A75B3}"/>
              </a:ext>
            </a:extLst>
          </p:cNvPr>
          <p:cNvSpPr/>
          <p:nvPr/>
        </p:nvSpPr>
        <p:spPr>
          <a:xfrm>
            <a:off x="3869055" y="1371492"/>
            <a:ext cx="383803" cy="3838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E1EEC9-180E-AEDC-AE60-86A4EACE0749}"/>
              </a:ext>
            </a:extLst>
          </p:cNvPr>
          <p:cNvSpPr/>
          <p:nvPr/>
        </p:nvSpPr>
        <p:spPr>
          <a:xfrm>
            <a:off x="3869055" y="1755295"/>
            <a:ext cx="383803" cy="38380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27271E-3A3F-4A61-22A5-6AF546FD81CF}"/>
              </a:ext>
            </a:extLst>
          </p:cNvPr>
          <p:cNvGrpSpPr/>
          <p:nvPr/>
        </p:nvGrpSpPr>
        <p:grpSpPr>
          <a:xfrm>
            <a:off x="4668623" y="603885"/>
            <a:ext cx="1532142" cy="1535213"/>
            <a:chOff x="4249788" y="603885"/>
            <a:chExt cx="1532142" cy="153521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C7EDB1F-401C-8BCC-0D02-92CC7807D786}"/>
                </a:ext>
              </a:extLst>
            </p:cNvPr>
            <p:cNvSpPr/>
            <p:nvPr/>
          </p:nvSpPr>
          <p:spPr>
            <a:xfrm>
              <a:off x="4249788" y="60388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AF589F0-D5ED-D587-A2AA-C52C66C2F757}"/>
                </a:ext>
              </a:extLst>
            </p:cNvPr>
            <p:cNvSpPr/>
            <p:nvPr/>
          </p:nvSpPr>
          <p:spPr>
            <a:xfrm>
              <a:off x="4249788" y="987688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0CE99C2-48C1-77E2-2527-69457D7FAC36}"/>
                </a:ext>
              </a:extLst>
            </p:cNvPr>
            <p:cNvSpPr/>
            <p:nvPr/>
          </p:nvSpPr>
          <p:spPr>
            <a:xfrm>
              <a:off x="4249788" y="1371492"/>
              <a:ext cx="383803" cy="38380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0EF4EF7-4C9A-658C-B261-76FD278BC6E5}"/>
                </a:ext>
              </a:extLst>
            </p:cNvPr>
            <p:cNvSpPr/>
            <p:nvPr/>
          </p:nvSpPr>
          <p:spPr>
            <a:xfrm>
              <a:off x="4249788" y="175529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F3CB824-90B8-B68B-1806-41992005EB45}"/>
                </a:ext>
              </a:extLst>
            </p:cNvPr>
            <p:cNvSpPr/>
            <p:nvPr/>
          </p:nvSpPr>
          <p:spPr>
            <a:xfrm>
              <a:off x="4633591" y="603885"/>
              <a:ext cx="383803" cy="38380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D0E42A-CA48-4366-B630-E459A66C4CB2}"/>
                </a:ext>
              </a:extLst>
            </p:cNvPr>
            <p:cNvSpPr/>
            <p:nvPr/>
          </p:nvSpPr>
          <p:spPr>
            <a:xfrm>
              <a:off x="4633591" y="987688"/>
              <a:ext cx="383803" cy="38380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6464CD-87D3-782D-5704-DB5792AEB7D3}"/>
                </a:ext>
              </a:extLst>
            </p:cNvPr>
            <p:cNvSpPr/>
            <p:nvPr/>
          </p:nvSpPr>
          <p:spPr>
            <a:xfrm>
              <a:off x="4633591" y="1371492"/>
              <a:ext cx="383803" cy="38380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CE4E61A-45BC-62AA-9351-4BEFD4D4D9A6}"/>
                </a:ext>
              </a:extLst>
            </p:cNvPr>
            <p:cNvSpPr/>
            <p:nvPr/>
          </p:nvSpPr>
          <p:spPr>
            <a:xfrm>
              <a:off x="4633591" y="1755295"/>
              <a:ext cx="383803" cy="38380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5856605-F28F-BF2B-2792-0DA425554F22}"/>
                </a:ext>
              </a:extLst>
            </p:cNvPr>
            <p:cNvSpPr/>
            <p:nvPr/>
          </p:nvSpPr>
          <p:spPr>
            <a:xfrm>
              <a:off x="5014324" y="60388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5131349-20C9-DDEA-7C68-4CD6EA12FFE4}"/>
                </a:ext>
              </a:extLst>
            </p:cNvPr>
            <p:cNvSpPr/>
            <p:nvPr/>
          </p:nvSpPr>
          <p:spPr>
            <a:xfrm>
              <a:off x="5014324" y="987688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C2B515F-CEE6-469F-EC0A-33C8844A371A}"/>
                </a:ext>
              </a:extLst>
            </p:cNvPr>
            <p:cNvSpPr/>
            <p:nvPr/>
          </p:nvSpPr>
          <p:spPr>
            <a:xfrm>
              <a:off x="5014324" y="1371492"/>
              <a:ext cx="383803" cy="38380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6987D26-3D98-2D8B-3C67-5549572361B4}"/>
                </a:ext>
              </a:extLst>
            </p:cNvPr>
            <p:cNvSpPr/>
            <p:nvPr/>
          </p:nvSpPr>
          <p:spPr>
            <a:xfrm>
              <a:off x="5014324" y="175529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AFD9E95-AC5A-89FA-FE3C-2210DE86DA8D}"/>
                </a:ext>
              </a:extLst>
            </p:cNvPr>
            <p:cNvSpPr/>
            <p:nvPr/>
          </p:nvSpPr>
          <p:spPr>
            <a:xfrm>
              <a:off x="5398127" y="60388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BA202AE-57F1-C59E-9B6A-17499FBEBEE4}"/>
                </a:ext>
              </a:extLst>
            </p:cNvPr>
            <p:cNvSpPr/>
            <p:nvPr/>
          </p:nvSpPr>
          <p:spPr>
            <a:xfrm>
              <a:off x="5398127" y="987688"/>
              <a:ext cx="383803" cy="383803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7CFFB0C-EE77-AE60-05F7-BAA287E50130}"/>
                </a:ext>
              </a:extLst>
            </p:cNvPr>
            <p:cNvSpPr/>
            <p:nvPr/>
          </p:nvSpPr>
          <p:spPr>
            <a:xfrm>
              <a:off x="5398127" y="1371492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A10CD6-2F2D-DABD-B834-1781EE710049}"/>
                </a:ext>
              </a:extLst>
            </p:cNvPr>
            <p:cNvSpPr/>
            <p:nvPr/>
          </p:nvSpPr>
          <p:spPr>
            <a:xfrm>
              <a:off x="5398127" y="175529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098FD41-C7DC-99EB-59CE-EAE2C4234B7D}"/>
              </a:ext>
            </a:extLst>
          </p:cNvPr>
          <p:cNvGrpSpPr/>
          <p:nvPr/>
        </p:nvGrpSpPr>
        <p:grpSpPr>
          <a:xfrm>
            <a:off x="6570029" y="560705"/>
            <a:ext cx="1916202" cy="1547495"/>
            <a:chOff x="6570029" y="560705"/>
            <a:chExt cx="2377758" cy="192024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494D51F-9E37-F7A3-12C7-938B387DF60E}"/>
                </a:ext>
              </a:extLst>
            </p:cNvPr>
            <p:cNvGrpSpPr/>
            <p:nvPr/>
          </p:nvGrpSpPr>
          <p:grpSpPr>
            <a:xfrm>
              <a:off x="6574474" y="1036955"/>
              <a:ext cx="1429385" cy="476250"/>
              <a:chOff x="6948805" y="1072515"/>
              <a:chExt cx="1429385" cy="47625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F4A6C85-5CD0-32AF-88F6-8E1766A90308}"/>
                  </a:ext>
                </a:extLst>
              </p:cNvPr>
              <p:cNvSpPr/>
              <p:nvPr/>
            </p:nvSpPr>
            <p:spPr>
              <a:xfrm>
                <a:off x="6948805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E12C216-C30B-5699-F153-C8C9D3523F40}"/>
                  </a:ext>
                </a:extLst>
              </p:cNvPr>
              <p:cNvSpPr/>
              <p:nvPr/>
            </p:nvSpPr>
            <p:spPr>
              <a:xfrm>
                <a:off x="7425690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512AD99-BABF-610E-BCDA-0A72E7EEC144}"/>
                  </a:ext>
                </a:extLst>
              </p:cNvPr>
              <p:cNvSpPr/>
              <p:nvPr/>
            </p:nvSpPr>
            <p:spPr>
              <a:xfrm>
                <a:off x="7901940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4B86E86-FF2C-D289-0E7C-7976C4ADE12F}"/>
                </a:ext>
              </a:extLst>
            </p:cNvPr>
            <p:cNvGrpSpPr/>
            <p:nvPr/>
          </p:nvGrpSpPr>
          <p:grpSpPr>
            <a:xfrm>
              <a:off x="6574474" y="1513205"/>
              <a:ext cx="1429385" cy="476250"/>
              <a:chOff x="6948805" y="1072515"/>
              <a:chExt cx="1429385" cy="47625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17AA950-384E-A4DE-6D02-4B6EE9B58140}"/>
                  </a:ext>
                </a:extLst>
              </p:cNvPr>
              <p:cNvSpPr/>
              <p:nvPr/>
            </p:nvSpPr>
            <p:spPr>
              <a:xfrm>
                <a:off x="6948805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D08AD58-D843-E6AD-0094-E04C5AF5D332}"/>
                  </a:ext>
                </a:extLst>
              </p:cNvPr>
              <p:cNvSpPr/>
              <p:nvPr/>
            </p:nvSpPr>
            <p:spPr>
              <a:xfrm>
                <a:off x="7425690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BE69479-B8CA-7922-7D5B-017AEAB1C945}"/>
                  </a:ext>
                </a:extLst>
              </p:cNvPr>
              <p:cNvSpPr/>
              <p:nvPr/>
            </p:nvSpPr>
            <p:spPr>
              <a:xfrm>
                <a:off x="7901940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A105537-D75B-C1EF-5C47-E5E53D9A3946}"/>
                </a:ext>
              </a:extLst>
            </p:cNvPr>
            <p:cNvGrpSpPr/>
            <p:nvPr/>
          </p:nvGrpSpPr>
          <p:grpSpPr>
            <a:xfrm>
              <a:off x="6570029" y="2004695"/>
              <a:ext cx="953135" cy="476250"/>
              <a:chOff x="6948805" y="1072515"/>
              <a:chExt cx="953135" cy="47625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A6E4CB1-9E79-380F-5318-2D0F1170E47A}"/>
                  </a:ext>
                </a:extLst>
              </p:cNvPr>
              <p:cNvSpPr/>
              <p:nvPr/>
            </p:nvSpPr>
            <p:spPr>
              <a:xfrm>
                <a:off x="6948805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6A016D4-CA7A-CCED-BD0A-935880E97BEA}"/>
                  </a:ext>
                </a:extLst>
              </p:cNvPr>
              <p:cNvSpPr/>
              <p:nvPr/>
            </p:nvSpPr>
            <p:spPr>
              <a:xfrm>
                <a:off x="7425690" y="107251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39C591E-36DF-9E8F-6F5C-277DA8DA89FD}"/>
                </a:ext>
              </a:extLst>
            </p:cNvPr>
            <p:cNvGrpSpPr/>
            <p:nvPr/>
          </p:nvGrpSpPr>
          <p:grpSpPr>
            <a:xfrm>
              <a:off x="6574157" y="560705"/>
              <a:ext cx="2373630" cy="476250"/>
              <a:chOff x="6574157" y="560705"/>
              <a:chExt cx="2373630" cy="47625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B10176A-826B-309F-8EB1-07ED0B507038}"/>
                  </a:ext>
                </a:extLst>
              </p:cNvPr>
              <p:cNvSpPr/>
              <p:nvPr/>
            </p:nvSpPr>
            <p:spPr>
              <a:xfrm>
                <a:off x="6574157" y="560705"/>
                <a:ext cx="476250" cy="4762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AFEFB8A-2DA1-AA74-FC24-FB3B3BBECCB9}"/>
                  </a:ext>
                </a:extLst>
              </p:cNvPr>
              <p:cNvSpPr/>
              <p:nvPr/>
            </p:nvSpPr>
            <p:spPr>
              <a:xfrm>
                <a:off x="7046597" y="560705"/>
                <a:ext cx="476250" cy="4762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3C2E106-E92D-18A2-3BA2-0454D092B92D}"/>
                  </a:ext>
                </a:extLst>
              </p:cNvPr>
              <p:cNvSpPr/>
              <p:nvPr/>
            </p:nvSpPr>
            <p:spPr>
              <a:xfrm>
                <a:off x="7522847" y="560705"/>
                <a:ext cx="476250" cy="47625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3A75A4C-5416-1487-B959-A72351B245CD}"/>
                  </a:ext>
                </a:extLst>
              </p:cNvPr>
              <p:cNvSpPr/>
              <p:nvPr/>
            </p:nvSpPr>
            <p:spPr>
              <a:xfrm>
                <a:off x="7995287" y="560705"/>
                <a:ext cx="476250" cy="4762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8784864A-D16C-EBAC-C5AB-334418B62658}"/>
                  </a:ext>
                </a:extLst>
              </p:cNvPr>
              <p:cNvSpPr/>
              <p:nvPr/>
            </p:nvSpPr>
            <p:spPr>
              <a:xfrm>
                <a:off x="8471537" y="560705"/>
                <a:ext cx="476250" cy="47625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6F1C73BE-2977-F465-8AED-C23D6163B8F9}"/>
              </a:ext>
            </a:extLst>
          </p:cNvPr>
          <p:cNvSpPr txBox="1"/>
          <p:nvPr/>
        </p:nvSpPr>
        <p:spPr>
          <a:xfrm>
            <a:off x="1506855" y="191373"/>
            <a:ext cx="157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214946-4F3B-C49D-7634-DA0B94F97705}"/>
              </a:ext>
            </a:extLst>
          </p:cNvPr>
          <p:cNvSpPr txBox="1"/>
          <p:nvPr/>
        </p:nvSpPr>
        <p:spPr>
          <a:xfrm>
            <a:off x="4276726" y="181094"/>
            <a:ext cx="157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Autoreject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DED014E-8FFD-97D8-6D98-41881869A4AB}"/>
              </a:ext>
            </a:extLst>
          </p:cNvPr>
          <p:cNvSpPr txBox="1"/>
          <p:nvPr/>
        </p:nvSpPr>
        <p:spPr>
          <a:xfrm>
            <a:off x="6569712" y="157837"/>
            <a:ext cx="360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Threshold per sensor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662F99C-7FA5-63E0-4FFF-432A99ABB2B0}"/>
              </a:ext>
            </a:extLst>
          </p:cNvPr>
          <p:cNvSpPr/>
          <p:nvPr/>
        </p:nvSpPr>
        <p:spPr>
          <a:xfrm>
            <a:off x="1447484" y="2977515"/>
            <a:ext cx="476250" cy="4762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DE1588F-5AA1-CEE0-3D03-99FD079C78F6}"/>
              </a:ext>
            </a:extLst>
          </p:cNvPr>
          <p:cNvSpPr txBox="1"/>
          <p:nvPr/>
        </p:nvSpPr>
        <p:spPr>
          <a:xfrm>
            <a:off x="1979295" y="3059668"/>
            <a:ext cx="157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Segment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C574AD9-E91F-0DD3-EEB3-A8EAF4B9EA42}"/>
              </a:ext>
            </a:extLst>
          </p:cNvPr>
          <p:cNvSpPr/>
          <p:nvPr/>
        </p:nvSpPr>
        <p:spPr>
          <a:xfrm>
            <a:off x="1533525" y="3559413"/>
            <a:ext cx="476250" cy="476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622C33-FC6D-1C7E-D334-1F5393491D4D}"/>
              </a:ext>
            </a:extLst>
          </p:cNvPr>
          <p:cNvSpPr txBox="1"/>
          <p:nvPr/>
        </p:nvSpPr>
        <p:spPr>
          <a:xfrm>
            <a:off x="1979295" y="3644344"/>
            <a:ext cx="157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Epoch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C5308AF-3B39-DC91-E458-523ADD33DCE5}"/>
              </a:ext>
            </a:extLst>
          </p:cNvPr>
          <p:cNvSpPr txBox="1"/>
          <p:nvPr/>
        </p:nvSpPr>
        <p:spPr>
          <a:xfrm>
            <a:off x="1346835" y="3958471"/>
            <a:ext cx="84543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schematic diagram explaining how </a:t>
            </a:r>
            <a:r>
              <a:rPr lang="en-US" dirty="0" err="1"/>
              <a:t>autoreject</a:t>
            </a:r>
            <a:r>
              <a:rPr lang="en-US" dirty="0"/>
              <a:t> (local) works. (A) Each cell here is an</a:t>
            </a:r>
          </a:p>
          <a:p>
            <a:r>
              <a:rPr lang="en-US" dirty="0"/>
              <a:t>element of the indicator matrix </a:t>
            </a:r>
            <a:r>
              <a:rPr lang="en-US" dirty="0" err="1"/>
              <a:t>Cij</a:t>
            </a:r>
            <a:r>
              <a:rPr lang="en-US" dirty="0"/>
              <a:t> described in the section on </a:t>
            </a:r>
            <a:r>
              <a:rPr lang="en-US" dirty="0" err="1"/>
              <a:t>Autoreject</a:t>
            </a:r>
            <a:r>
              <a:rPr lang="en-US" dirty="0"/>
              <a:t> (local). Sensor-</a:t>
            </a:r>
          </a:p>
          <a:p>
            <a:r>
              <a:rPr lang="en-US" dirty="0"/>
              <a:t>level thresholds are found and bad segments are marked for each sensor. Bad segments</a:t>
            </a:r>
          </a:p>
          <a:p>
            <a:r>
              <a:rPr lang="en-US" dirty="0"/>
              <a:t>shown in red are where </a:t>
            </a:r>
            <a:r>
              <a:rPr lang="en-US" dirty="0" err="1"/>
              <a:t>Cij</a:t>
            </a:r>
            <a:r>
              <a:rPr lang="en-US" dirty="0"/>
              <a:t> =1 (B) Trials are rejected if the number of bad sensors is greater</a:t>
            </a:r>
          </a:p>
          <a:p>
            <a:r>
              <a:rPr lang="en-US" dirty="0"/>
              <a:t>than κ and otherwise, the worst ρ sensors are interpolated.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63D2BA4-926D-0C46-D472-41512298C0AB}"/>
              </a:ext>
            </a:extLst>
          </p:cNvPr>
          <p:cNvSpPr/>
          <p:nvPr/>
        </p:nvSpPr>
        <p:spPr>
          <a:xfrm>
            <a:off x="4011663" y="2914769"/>
            <a:ext cx="476250" cy="4762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E74975-4725-A8E7-4474-FB97F19382FE}"/>
              </a:ext>
            </a:extLst>
          </p:cNvPr>
          <p:cNvSpPr txBox="1"/>
          <p:nvPr/>
        </p:nvSpPr>
        <p:spPr>
          <a:xfrm>
            <a:off x="4993260" y="2993916"/>
            <a:ext cx="157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Epoch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A2B5E62-2F62-ABA2-658F-F243F22064BD}"/>
              </a:ext>
            </a:extLst>
          </p:cNvPr>
          <p:cNvGrpSpPr/>
          <p:nvPr/>
        </p:nvGrpSpPr>
        <p:grpSpPr>
          <a:xfrm>
            <a:off x="4268839" y="609120"/>
            <a:ext cx="383803" cy="1535213"/>
            <a:chOff x="1727568" y="596265"/>
            <a:chExt cx="383803" cy="1535213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8DF203F-3887-90A9-AEC0-7AAB7D3D6D20}"/>
                </a:ext>
              </a:extLst>
            </p:cNvPr>
            <p:cNvSpPr/>
            <p:nvPr/>
          </p:nvSpPr>
          <p:spPr>
            <a:xfrm>
              <a:off x="1727568" y="596265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392B394-5E43-FDF7-6A22-631832D6D1ED}"/>
                </a:ext>
              </a:extLst>
            </p:cNvPr>
            <p:cNvSpPr/>
            <p:nvPr/>
          </p:nvSpPr>
          <p:spPr>
            <a:xfrm>
              <a:off x="1727568" y="980068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D7366B9-37B0-2BF8-B3DC-BA775FF8CC58}"/>
                </a:ext>
              </a:extLst>
            </p:cNvPr>
            <p:cNvSpPr/>
            <p:nvPr/>
          </p:nvSpPr>
          <p:spPr>
            <a:xfrm>
              <a:off x="1727568" y="1363872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255580B-2723-064B-F155-CBF58A7D2B95}"/>
                </a:ext>
              </a:extLst>
            </p:cNvPr>
            <p:cNvSpPr/>
            <p:nvPr/>
          </p:nvSpPr>
          <p:spPr>
            <a:xfrm>
              <a:off x="1727568" y="1747675"/>
              <a:ext cx="383803" cy="38380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791AA13-CECA-CD6F-D413-C2C582A4CE12}"/>
              </a:ext>
            </a:extLst>
          </p:cNvPr>
          <p:cNvGrpSpPr/>
          <p:nvPr/>
        </p:nvGrpSpPr>
        <p:grpSpPr>
          <a:xfrm>
            <a:off x="3269978" y="595659"/>
            <a:ext cx="383803" cy="1535213"/>
            <a:chOff x="3028307" y="748665"/>
            <a:chExt cx="383803" cy="1535213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1A6A789-1C76-261E-7EED-266E91A0BC9C}"/>
                </a:ext>
              </a:extLst>
            </p:cNvPr>
            <p:cNvSpPr/>
            <p:nvPr/>
          </p:nvSpPr>
          <p:spPr>
            <a:xfrm>
              <a:off x="3028307" y="74866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8AD1FF2-34BC-9DB2-875C-6189EE6F914A}"/>
                </a:ext>
              </a:extLst>
            </p:cNvPr>
            <p:cNvSpPr/>
            <p:nvPr/>
          </p:nvSpPr>
          <p:spPr>
            <a:xfrm>
              <a:off x="3028307" y="1132468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84B1084-D521-3697-AC26-6996F502F39C}"/>
                </a:ext>
              </a:extLst>
            </p:cNvPr>
            <p:cNvSpPr/>
            <p:nvPr/>
          </p:nvSpPr>
          <p:spPr>
            <a:xfrm>
              <a:off x="3028307" y="1516272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0F732E8-F598-42F3-6CEE-27E38FD1E147}"/>
                </a:ext>
              </a:extLst>
            </p:cNvPr>
            <p:cNvSpPr/>
            <p:nvPr/>
          </p:nvSpPr>
          <p:spPr>
            <a:xfrm>
              <a:off x="3028307" y="1900075"/>
              <a:ext cx="383803" cy="3838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1916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RODNEY PETRUS BALANDONG</dc:creator>
  <cp:lastModifiedBy>RODNEY PETRUS BALANDONG</cp:lastModifiedBy>
  <cp:revision>3</cp:revision>
  <dcterms:created xsi:type="dcterms:W3CDTF">2026-04-20T11:15:45Z</dcterms:created>
  <dcterms:modified xsi:type="dcterms:W3CDTF">2026-04-20T13:51:15Z</dcterms:modified>
</cp:coreProperties>
</file>